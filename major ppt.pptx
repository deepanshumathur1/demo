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5" r:id="rId3"/>
    <p:sldId id="259" r:id="rId4"/>
    <p:sldId id="258" r:id="rId5"/>
    <p:sldId id="263" r:id="rId6"/>
    <p:sldId id="270" r:id="rId7"/>
    <p:sldId id="266" r:id="rId8"/>
    <p:sldId id="26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3" r:id="rId17"/>
    <p:sldId id="282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60"/>
  </p:normalViewPr>
  <p:slideViewPr>
    <p:cSldViewPr>
      <p:cViewPr varScale="1">
        <p:scale>
          <a:sx n="86" d="100"/>
          <a:sy n="86" d="100"/>
        </p:scale>
        <p:origin x="137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266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816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815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42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52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922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3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017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82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907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1586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571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653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098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728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47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93F56-A225-4E1A-9953-9C125D6C2DAC}" type="datetimeFigureOut">
              <a:rPr lang="en-US" smtClean="0"/>
              <a:t>7/15/2021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71FB1F6-FBEF-4B81-854D-B25D85BD5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7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425749"/>
            <a:ext cx="716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323549"/>
            <a:ext cx="807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algn="just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ATTENDANCE BASED SYSTEM USING QR CODE AND IMAGE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3600" y="3933567"/>
            <a:ext cx="4533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- </a:t>
            </a:r>
          </a:p>
          <a:p>
            <a:pPr marL="342900" indent="-342900" algn="just">
              <a:buAutoNum type="arabicParenR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Dishank Aggarwal(40415003117)</a:t>
            </a:r>
          </a:p>
          <a:p>
            <a:pPr marL="342900" indent="-342900" algn="just">
              <a:buAutoNum type="arabicParenR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Deepanshu Mathur(35215003117)</a:t>
            </a:r>
          </a:p>
          <a:p>
            <a:pPr marL="342900" indent="-342900" algn="just">
              <a:buAutoNum type="arabicParenR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Tina Ohri(02615003117)</a:t>
            </a:r>
          </a:p>
          <a:p>
            <a:pPr marL="342900" indent="-342900" algn="just">
              <a:buAutoNum type="arabicParenR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Khushboo (01115003117)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3600" y="3198167"/>
            <a:ext cx="5631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Mentor - 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Surender Singh</a:t>
            </a:r>
          </a:p>
        </p:txBody>
      </p:sp>
    </p:spTree>
    <p:extLst>
      <p:ext uri="{BB962C8B-B14F-4D97-AF65-F5344CB8AC3E}">
        <p14:creationId xmlns:p14="http://schemas.microsoft.com/office/powerpoint/2010/main" val="3313854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09600"/>
            <a:ext cx="7467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928" y="1406460"/>
            <a:ext cx="8229600" cy="4873752"/>
          </a:xfrm>
        </p:spPr>
        <p:txBody>
          <a:bodyPr>
            <a:norm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will be creating an online attendance management system using QR code recognition and image recognition.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marking a student’s attendance :-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list of students will be identified by the system in .txt format.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QR codes will be generated for each student in the list.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codes will be provided to the respective students.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next step in process, camera will be used for QR code scanning.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QR code recognition will come into picture, it will recognize the scanned QR code and analyze whether the data is present in the given list.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will get marked once data verification is done. If the student has already marked the attendance, he will get the notification for the same, else attendance will be marked. </a:t>
            </a:r>
          </a:p>
        </p:txBody>
      </p:sp>
    </p:spTree>
    <p:extLst>
      <p:ext uri="{BB962C8B-B14F-4D97-AF65-F5344CB8AC3E}">
        <p14:creationId xmlns:p14="http://schemas.microsoft.com/office/powerpoint/2010/main" val="2075079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SOFTWARE COMPONENTS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1676400"/>
            <a:ext cx="3962400" cy="2895600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Python</a:t>
            </a:r>
            <a:endParaRPr lang="en-US" dirty="0"/>
          </a:p>
          <a:p>
            <a:pPr lvl="0"/>
            <a:r>
              <a:rPr lang="en-IN" dirty="0"/>
              <a:t>Tkinter</a:t>
            </a:r>
            <a:endParaRPr lang="en-US" dirty="0"/>
          </a:p>
          <a:p>
            <a:pPr lvl="0"/>
            <a:r>
              <a:rPr lang="en-IN" dirty="0"/>
              <a:t>Opencv</a:t>
            </a:r>
            <a:endParaRPr lang="en-US" dirty="0"/>
          </a:p>
          <a:p>
            <a:pPr lvl="0"/>
            <a:r>
              <a:rPr lang="en-IN" dirty="0"/>
              <a:t>Image_recognition</a:t>
            </a:r>
            <a:endParaRPr lang="en-US" dirty="0"/>
          </a:p>
          <a:p>
            <a:pPr lvl="0"/>
            <a:r>
              <a:rPr lang="en-IN" dirty="0"/>
              <a:t>Base64 encoding</a:t>
            </a:r>
            <a:endParaRPr lang="en-US" dirty="0"/>
          </a:p>
          <a:p>
            <a:pPr lvl="0"/>
            <a:r>
              <a:rPr lang="en-IN" dirty="0"/>
              <a:t>Pyzbar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050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457200"/>
            <a:ext cx="70104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TASK IS CLASSIFIED INTO FIVE SUB PARTS :-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1856" y="2057400"/>
            <a:ext cx="7467600" cy="2438400"/>
          </a:xfrm>
        </p:spPr>
        <p:txBody>
          <a:bodyPr>
            <a:normAutofit/>
          </a:bodyPr>
          <a:lstStyle/>
          <a:p>
            <a:pPr marL="457200" indent="-457200">
              <a:buFont typeface="Wingdings"/>
              <a:buAutoNum type="arabicParenR"/>
            </a:pPr>
            <a:r>
              <a:rPr lang="en-US" dirty="0"/>
              <a:t>ENCODING DECODING</a:t>
            </a:r>
          </a:p>
          <a:p>
            <a:pPr marL="457200" indent="-457200">
              <a:buFont typeface="Wingdings"/>
              <a:buAutoNum type="arabicParenR"/>
            </a:pPr>
            <a:r>
              <a:rPr lang="en-US" dirty="0"/>
              <a:t>QR CODE GENERATION</a:t>
            </a:r>
          </a:p>
          <a:p>
            <a:pPr marL="457200" indent="-457200">
              <a:buFont typeface="Wingdings"/>
              <a:buAutoNum type="arabicParenR"/>
            </a:pPr>
            <a:r>
              <a:rPr lang="en-US" dirty="0"/>
              <a:t>GUI CREATION </a:t>
            </a:r>
          </a:p>
          <a:p>
            <a:pPr marL="457200" indent="-457200">
              <a:buFont typeface="Wingdings"/>
              <a:buAutoNum type="arabicParenR"/>
            </a:pPr>
            <a:r>
              <a:rPr lang="en-US" dirty="0"/>
              <a:t>QR CODE RECOGNITION</a:t>
            </a:r>
          </a:p>
          <a:p>
            <a:pPr marL="457200" indent="-457200">
              <a:buFont typeface="Wingdings"/>
              <a:buAutoNum type="arabicParenR"/>
            </a:pPr>
            <a:r>
              <a:rPr lang="en-US" dirty="0"/>
              <a:t>IMAGE RECOGONISATION</a:t>
            </a:r>
          </a:p>
          <a:p>
            <a:pPr marL="457200" indent="-457200">
              <a:buFont typeface="Wingdings"/>
              <a:buAutoNum type="arabicParenR"/>
            </a:pPr>
            <a:r>
              <a:rPr lang="en-US" dirty="0"/>
              <a:t>ATTENDANCE MARKING </a:t>
            </a:r>
          </a:p>
          <a:p>
            <a:pPr marL="457200" indent="-45720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890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95258"/>
            <a:ext cx="6589199" cy="128089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QR code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676400"/>
            <a:ext cx="6591985" cy="3777622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Response code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type of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barcode. A barcode is a machine-readable optical label that contains information about the item to which it is attached. In practice, QR codes often contain data for a locator, identifier, or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tracker that points to a website or application. A QR code uses four standardized encoding modes (numeric, alphanumeric, byte/binary) to store data efficiently.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advantages of using QR codes :-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and error free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informative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Engaging with rich content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save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Uniquely Identifiable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972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685800"/>
            <a:ext cx="6589199" cy="128089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Base64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540189"/>
            <a:ext cx="6591985" cy="3777622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format information records two things: the error correction level and the mask pattern used for the symbol. Masking is used to break up patterns in the data area that might confuse a scanner, such as large blank areas or misleading features that look like the locator marks. The mask patterns are defined on a grid that is repeated as necessary to cover the whole symbol. Modules corresponding to the dark areas of the mask are inverted. The format information is protected from errors with a BCH code, and two complete copies are included in each QR system.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 structure of a QR encoding is as a sequence of 4 bit indicators with payload length dependent on the indicator mode on each QR symbol.</a:t>
            </a:r>
          </a:p>
        </p:txBody>
      </p:sp>
    </p:spTree>
    <p:extLst>
      <p:ext uri="{BB962C8B-B14F-4D97-AF65-F5344CB8AC3E}">
        <p14:creationId xmlns:p14="http://schemas.microsoft.com/office/powerpoint/2010/main" val="2517195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685800"/>
            <a:ext cx="6589199" cy="128089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 generation screenshot </a:t>
            </a:r>
          </a:p>
        </p:txBody>
      </p:sp>
      <p:pic>
        <p:nvPicPr>
          <p:cNvPr id="5122" name="Picture 2" descr="C:\Users\FUNTIME\Desktop\qr.jpe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90800" y="1828800"/>
            <a:ext cx="3744887" cy="377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652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3100" y="677682"/>
            <a:ext cx="6589199" cy="128089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GUI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63100" y="1600200"/>
            <a:ext cx="7543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user interface (GUI)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graphical user interface (GUI) is an interface through which a user interacts with electronic devices such as computers and smartphones through the use of icons, menus and other visual indicators or representations (graphics).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user interfaces allow users to interact with computers using a mouse and other input tools. They give developers more freedom with how they display information, images and other elements.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User Interface Design can make a product easy to understand and use, which results in greater user acceptance.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have created Graphical User Interface for better visualization and clear understanding of  the system to the students. </a:t>
            </a:r>
          </a:p>
        </p:txBody>
      </p:sp>
    </p:spTree>
    <p:extLst>
      <p:ext uri="{BB962C8B-B14F-4D97-AF65-F5344CB8AC3E}">
        <p14:creationId xmlns:p14="http://schemas.microsoft.com/office/powerpoint/2010/main" val="763363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2C76-17CC-4374-94A7-9C150F7D1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685800"/>
            <a:ext cx="6589199" cy="1280890"/>
          </a:xfrm>
        </p:spPr>
        <p:txBody>
          <a:bodyPr/>
          <a:lstStyle/>
          <a:p>
            <a:pPr algn="just"/>
            <a:r>
              <a:rPr lang="en-US" b="1" dirty="0"/>
              <a:t>REGISTERING A NEW STUDENT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0AEF1F-87D1-430D-BA65-127588F02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945236"/>
            <a:ext cx="3145023" cy="3778250"/>
          </a:xfrm>
        </p:spPr>
      </p:pic>
    </p:spTree>
    <p:extLst>
      <p:ext uri="{BB962C8B-B14F-4D97-AF65-F5344CB8AC3E}">
        <p14:creationId xmlns:p14="http://schemas.microsoft.com/office/powerpoint/2010/main" val="3713964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2E20-8683-45E3-B88D-E940426B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3C9F71-1FF1-4E9F-A64C-18BD0CA59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24110"/>
            <a:ext cx="8763000" cy="5334000"/>
          </a:xfrm>
        </p:spPr>
      </p:pic>
    </p:spTree>
    <p:extLst>
      <p:ext uri="{BB962C8B-B14F-4D97-AF65-F5344CB8AC3E}">
        <p14:creationId xmlns:p14="http://schemas.microsoft.com/office/powerpoint/2010/main" val="3658738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356E-02BF-4A18-AACA-8C18E9C20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32FA75-4EFD-4041-A9FA-8E4E50C566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85800"/>
            <a:ext cx="8839200" cy="4958239"/>
          </a:xfrm>
        </p:spPr>
      </p:pic>
    </p:spTree>
    <p:extLst>
      <p:ext uri="{BB962C8B-B14F-4D97-AF65-F5344CB8AC3E}">
        <p14:creationId xmlns:p14="http://schemas.microsoft.com/office/powerpoint/2010/main" val="350023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DCB7BF-67B6-4056-8978-5BADAE06F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990600"/>
            <a:ext cx="4763880" cy="3778250"/>
          </a:xfrm>
        </p:spPr>
      </p:pic>
    </p:spTree>
    <p:extLst>
      <p:ext uri="{BB962C8B-B14F-4D97-AF65-F5344CB8AC3E}">
        <p14:creationId xmlns:p14="http://schemas.microsoft.com/office/powerpoint/2010/main" val="89974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0F87-8FD4-4805-874A-022B17DBD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F9CC90-A1FB-4541-A97E-EB7AF9F2A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624110"/>
            <a:ext cx="8853523" cy="5014690"/>
          </a:xfrm>
        </p:spPr>
      </p:pic>
    </p:spTree>
    <p:extLst>
      <p:ext uri="{BB962C8B-B14F-4D97-AF65-F5344CB8AC3E}">
        <p14:creationId xmlns:p14="http://schemas.microsoft.com/office/powerpoint/2010/main" val="856778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A7BA7C-B5BC-4377-B218-D1919FB86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371600"/>
            <a:ext cx="4645152" cy="3778250"/>
          </a:xfrm>
        </p:spPr>
      </p:pic>
    </p:spTree>
    <p:extLst>
      <p:ext uri="{BB962C8B-B14F-4D97-AF65-F5344CB8AC3E}">
        <p14:creationId xmlns:p14="http://schemas.microsoft.com/office/powerpoint/2010/main" val="1965322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1D0E-FF36-43C2-B833-9E7EF2994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D5EC19-92B2-4BA5-BCFD-313537B739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74" y="639646"/>
            <a:ext cx="8783451" cy="4975001"/>
          </a:xfrm>
        </p:spPr>
      </p:pic>
    </p:spTree>
    <p:extLst>
      <p:ext uri="{BB962C8B-B14F-4D97-AF65-F5344CB8AC3E}">
        <p14:creationId xmlns:p14="http://schemas.microsoft.com/office/powerpoint/2010/main" val="1427120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83C8-58B4-4001-883F-BEDA5378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85800"/>
            <a:ext cx="6571343" cy="10492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Database before attendance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B57C26-4AF2-4D08-AA6B-1DECA8204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1981200"/>
            <a:ext cx="6362700" cy="2371725"/>
          </a:xfrm>
        </p:spPr>
      </p:pic>
    </p:spTree>
    <p:extLst>
      <p:ext uri="{BB962C8B-B14F-4D97-AF65-F5344CB8AC3E}">
        <p14:creationId xmlns:p14="http://schemas.microsoft.com/office/powerpoint/2010/main" val="401072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EAA5-0A3C-4337-8C67-E4A3B4B07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609600"/>
            <a:ext cx="6589199" cy="1280890"/>
          </a:xfrm>
        </p:spPr>
        <p:txBody>
          <a:bodyPr/>
          <a:lstStyle/>
          <a:p>
            <a:r>
              <a:rPr lang="en-US" b="1" dirty="0"/>
              <a:t>Database after attendance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93ABB0-6859-4C58-8C3E-6CB931DD7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233612"/>
            <a:ext cx="6372225" cy="2390775"/>
          </a:xfrm>
        </p:spPr>
      </p:pic>
    </p:spTree>
    <p:extLst>
      <p:ext uri="{BB962C8B-B14F-4D97-AF65-F5344CB8AC3E}">
        <p14:creationId xmlns:p14="http://schemas.microsoft.com/office/powerpoint/2010/main" val="916910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605881"/>
            <a:ext cx="4800600" cy="1646238"/>
          </a:xfrm>
        </p:spPr>
        <p:txBody>
          <a:bodyPr>
            <a:normAutofit/>
          </a:bodyPr>
          <a:lstStyle/>
          <a:p>
            <a:r>
              <a:rPr lang="en-US" sz="4400" b="1" dirty="0"/>
              <a:t>THANKYOU...</a:t>
            </a:r>
          </a:p>
        </p:txBody>
      </p:sp>
    </p:spTree>
    <p:extLst>
      <p:ext uri="{BB962C8B-B14F-4D97-AF65-F5344CB8AC3E}">
        <p14:creationId xmlns:p14="http://schemas.microsoft.com/office/powerpoint/2010/main" val="32011591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362</TotalTime>
  <Words>603</Words>
  <Application>Microsoft Office PowerPoint</Application>
  <PresentationFormat>On-screen Show (4:3)</PresentationFormat>
  <Paragraphs>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Century Gothic</vt:lpstr>
      <vt:lpstr>Times New Roman</vt:lpstr>
      <vt:lpstr>Wingdings</vt:lpstr>
      <vt:lpstr>Wingdings 3</vt:lpstr>
      <vt:lpstr>Wisp</vt:lpstr>
      <vt:lpstr>PowerPoint Presentation</vt:lpstr>
      <vt:lpstr>Overview of the project</vt:lpstr>
      <vt:lpstr>REQUIRED SOFTWARE COMPONENTS </vt:lpstr>
      <vt:lpstr>PROJECT TASK IS CLASSIFIED INTO FIVE SUB PARTS :- </vt:lpstr>
      <vt:lpstr> QR code generation</vt:lpstr>
      <vt:lpstr>Base64 encoding</vt:lpstr>
      <vt:lpstr>QR code generation screenshot </vt:lpstr>
      <vt:lpstr>      GUI creation</vt:lpstr>
      <vt:lpstr>REGISTERING A NEW STUDENT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Database before attendance</vt:lpstr>
      <vt:lpstr>Database after attendance</vt:lpstr>
      <vt:lpstr>THANKYOU...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FUNTIME</dc:creator>
  <cp:lastModifiedBy>Deepanshu Mathur</cp:lastModifiedBy>
  <cp:revision>33</cp:revision>
  <dcterms:created xsi:type="dcterms:W3CDTF">2021-06-03T16:48:38Z</dcterms:created>
  <dcterms:modified xsi:type="dcterms:W3CDTF">2021-07-15T16:10:29Z</dcterms:modified>
</cp:coreProperties>
</file>